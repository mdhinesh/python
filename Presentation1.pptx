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500" y="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8193-0006-4EF6-9316-EEDC109A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16C4E-D164-4410-8CA8-FEDFE0943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635B-0A88-43B8-9355-A474B0C95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1805-9CC1-427F-885A-E2DE27FB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69C0B-CCD6-43E4-B1A5-239699F6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52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C294F-A0B1-46E4-8656-142B80B1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03E5-81CC-4995-A233-5B56929A0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76DBE-2AE0-4B0B-B975-B9C75C71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B1067-095A-4900-B38F-19D9A6F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8FB9-EB89-4891-947B-C76824BD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6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61FC-A22D-4D59-BFB3-BD93137E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EF44B-72D5-4517-8F4A-44839B649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DEABD-F8AF-428F-9AE7-66D9D240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4064-C130-45C0-A011-BB58073C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9E502-184D-455A-87AB-60621152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2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CEAF-40BC-44A8-9347-496CF422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2BCE-4E36-4EB1-9A76-C460B0DC1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BCB8B-0EBD-4E3A-BCB2-4333FF747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E3D4B-2683-4AC2-9A84-C4BA62B7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18376-76C5-4C82-9A32-2B73CE34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3B424-3921-431B-8E33-D8266719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1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242B-4F0E-4CCB-814F-E8F0588C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2E12F-7938-4AA8-AF6F-E4D4BDE9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5770-64A4-4A78-8B89-37BA3DBE6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CD34E-5ABA-42AF-BC31-D3B03F976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9FA3-1CDB-48AF-BC81-9E26515C7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DF6B3-297C-4C62-9284-7F59E9A5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C9B22-79ED-4F58-BDBC-169F5870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8A0DA-FEFD-4CCA-9FE2-54DFE5D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6F15-7BFE-4E9A-AC9F-F6C10944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0DFF7-F12A-44B6-B8C4-A8F34608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FD848-AE6A-4FFB-8B28-30C85E0B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8A169-E96F-4363-BF81-F859F589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1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A56B8-ADFE-45E9-B607-10AC954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0F7A5-9891-4531-BC05-DB7D3B80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1BDF8-3C5D-4A59-BC16-B7C60A2A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4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238A-69FD-47A5-A9CB-4C196CBB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62A2-EAEE-43BA-8F14-52C2C87D3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96E36-0CB6-449E-8EC3-5ED0184B0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3917-E5E2-49D6-9912-07CB10C3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6442-16E5-4749-AA9C-A8FBDA35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CAB27-DC14-4021-8CF3-EB32D648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1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B7F4-9EF8-4695-B078-464923D3A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B9A19-E670-4C40-A8D2-3FD721498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E5AF-7308-4691-8076-43E0A010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D0D9C-ADD9-46A4-A26A-75C2DA30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72B8D-6C92-4BF0-9AFE-DF735EF5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D51A1-3E3F-49BF-B29A-F65D54BC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90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D77E-C256-4333-A285-A91B5DFB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24F3D-DBE7-408D-BF5D-D1FCB18FA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4DD7-8468-4D6F-A3A9-6C3137B2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2B5F1-7AD5-437E-A6FB-62F940E3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102B-999C-470F-B988-85359D57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F9B33-90A7-4D1D-ACE7-37753BE1D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999E2-6358-4728-A2F6-D71A78F09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F9EC-3D82-4198-B206-D75267B6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B73FC-B200-4261-BCE5-ACACCA1D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2621-AF22-4760-9316-06241277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7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03875-C82D-4E39-949C-247BC37D6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A7672-DB19-4D59-94F7-36E603FF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B761-CF8D-4BDC-9421-1841F4F28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A8DE5-D28B-4BC2-B562-CB475DE7BB8D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A7C6-5D77-4B60-BCF8-ABDA0F4B4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3A52-B2D9-4C18-9484-0E5A66942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C39AB-DDF2-4B62-930A-0629DF10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0C1DD2-E4ED-45C7-BC8F-B0EA4C2CC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846" y="1803111"/>
            <a:ext cx="6676308" cy="39065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295A3C-F7F6-444B-A2C0-31182486C233}"/>
              </a:ext>
            </a:extLst>
          </p:cNvPr>
          <p:cNvSpPr txBox="1"/>
          <p:nvPr/>
        </p:nvSpPr>
        <p:spPr>
          <a:xfrm>
            <a:off x="3949147" y="763598"/>
            <a:ext cx="4598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0" i="0" dirty="0">
                <a:solidFill>
                  <a:srgbClr val="001C3B"/>
                </a:solidFill>
                <a:effectLst/>
                <a:latin typeface="proxima-nova"/>
              </a:rPr>
              <a:t>Rock Paper Scissors</a:t>
            </a:r>
          </a:p>
        </p:txBody>
      </p:sp>
    </p:spTree>
    <p:extLst>
      <p:ext uri="{BB962C8B-B14F-4D97-AF65-F5344CB8AC3E}">
        <p14:creationId xmlns:p14="http://schemas.microsoft.com/office/powerpoint/2010/main" val="12566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599247-862D-45F2-A7D0-7E0FCCC4143D}"/>
              </a:ext>
            </a:extLst>
          </p:cNvPr>
          <p:cNvSpPr txBox="1"/>
          <p:nvPr/>
        </p:nvSpPr>
        <p:spPr>
          <a:xfrm>
            <a:off x="609600" y="689113"/>
            <a:ext cx="10972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This program or a mini-game is designed when you don’t have anyone to play or you are under lockdown alone. There are a number of functions that this program requires so let us have an overview of each.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1C3B"/>
                </a:solidFill>
                <a:effectLst/>
                <a:latin typeface="proxima-nova"/>
              </a:rPr>
              <a:t>a random function:</a:t>
            </a:r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 to generate rock, paper, or scissors.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1C3B"/>
                </a:solidFill>
                <a:effectLst/>
                <a:latin typeface="proxima-nova"/>
              </a:rPr>
              <a:t>valid function: </a:t>
            </a:r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to check the validity of the move.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1C3B"/>
                </a:solidFill>
                <a:effectLst/>
                <a:latin typeface="proxima-nova"/>
              </a:rPr>
              <a:t>result function:</a:t>
            </a:r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 to declare the winner of the round.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1C3B"/>
                </a:solidFill>
                <a:effectLst/>
                <a:latin typeface="proxima-nova"/>
              </a:rPr>
              <a:t>scorekeeper: </a:t>
            </a:r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to keep track of the score.</a:t>
            </a:r>
          </a:p>
          <a:p>
            <a:pPr algn="just"/>
            <a:r>
              <a:rPr lang="en-US" sz="2800" b="0" i="0" dirty="0">
                <a:solidFill>
                  <a:srgbClr val="001C3B"/>
                </a:solidFill>
                <a:effectLst/>
                <a:latin typeface="proxima-nova"/>
              </a:rPr>
              <a:t>The program requires the user to make the first move before it makes one the move. Once the move is validated the input is evaluated, the input entered could be a string or an alphabet. After evaluating the input string a winner is decided by the result function and the score of the round is updated by the scorekeeper function.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4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867D8-3743-4577-BBC4-136E0BF2D9B9}"/>
              </a:ext>
            </a:extLst>
          </p:cNvPr>
          <p:cNvSpPr txBox="1"/>
          <p:nvPr/>
        </p:nvSpPr>
        <p:spPr>
          <a:xfrm>
            <a:off x="1025525" y="403979"/>
            <a:ext cx="101409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""" Rock Paper Scissors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----------------------------------------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"""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import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random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import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import re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os.system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cls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'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os.name=='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'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'clear')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(1 &lt; 2):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"\n"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"Rock, Paper, Scissors - Shoot!"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raw_input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("Choose your weapon [R]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], [P]aper, or [S]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cissors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: ")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re.match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("[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SsRrPp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]",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"Please choose a letter:"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"[R]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, [S]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cissors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or [P]aper."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continue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// Echo the user's choice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0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B2F4-F276-49F4-9070-D8D1DDDBBFA0}"/>
              </a:ext>
            </a:extLst>
          </p:cNvPr>
          <p:cNvSpPr txBox="1"/>
          <p:nvPr/>
        </p:nvSpPr>
        <p:spPr>
          <a:xfrm>
            <a:off x="657224" y="190500"/>
            <a:ext cx="11210925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print "You chose: " +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choices = ['R', 'P', 'S']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random.choice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(choices)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print "I chose: " +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if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==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str.upper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):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print "Tie! "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#if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== str("R") and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str.upper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) == "P"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elif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== 'R' and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userChoice.upper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() == 'S':      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print "Scissors beats rock, I win! "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continue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elif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== 'S' and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userChoice.upper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() == 'P':      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print "Scissors beats paper! I win! "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continue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elif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opponenetChoice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== 'P' and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userChoice.upper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() == 'R':      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print "Paper beat rock, I win! "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continue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else:       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       print "You win!"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158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56085-090C-469B-9E32-1FF172DFED99}"/>
              </a:ext>
            </a:extLst>
          </p:cNvPr>
          <p:cNvSpPr txBox="1"/>
          <p:nvPr/>
        </p:nvSpPr>
        <p:spPr>
          <a:xfrm>
            <a:off x="3800475" y="2767280"/>
            <a:ext cx="4591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5816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Menlo</vt:lpstr>
      <vt:lpstr>proxima-nova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2021-12-08T15:19:00Z</dcterms:created>
  <dcterms:modified xsi:type="dcterms:W3CDTF">2021-12-08T15:34:39Z</dcterms:modified>
</cp:coreProperties>
</file>